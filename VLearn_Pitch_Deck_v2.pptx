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TRACK D2 — HỌC TỪ LỖI TRƯỚC (FAILFIRST)</a:t>
            </a:r>
          </a:p>
          <a:p>
            <a:pPr>
              <a:defRPr sz="3600" b="1">
                <a:solidFill>
                  <a:srgbClr val="1E3A8A"/>
                </a:solidFill>
              </a:defRPr>
            </a:pPr>
            <a:br/>
            <a:r>
              <a:t>VLearn FailFirst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Biến lỗi sai thành cơ hội tư duy — Chẩn đoán giả định sai &amp; Hướng dẫn Socratic</a:t>
            </a:r>
            <a:br/>
          </a:p>
          <a:p>
            <a:pPr>
              <a:defRPr>
                <a:solidFill>
                  <a:srgbClr val="E2E8F0"/>
                </a:solidFill>
              </a:defRPr>
            </a:pPr>
            <a:r>
              <a:t>------------------------------------------------------------------------------------------------------------------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br/>
            <a:r>
              <a:t>👥 Nhóm Aura (Lớp 3A · Phòng E402)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Lê Thanh Tùng (2A202602499) — Leader &amp; Spec &amp; Quality Bar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Đậu Văn Thạch (2A202602592) — Evidence Mining &amp; Survey (N=19) &amp; User Validation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Nguyễn Thu Hằng (2A202602463) — Misconception Bank &amp; Golden Set &amp; Eval Automation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Đinh Quốc Bảo (2A202602933) — Core Prototype &amp; Tiktoken Integration &amp; Flow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§1. NỖI ĐAU THỰC TẾ &amp; BẰNG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Học viên dán đề xin đáp án -&gt; AI cho kết quả quá sớm triệt tiêu tư duy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Mining 2.555 lượt chatlog K4 + Khảo sát chuyên sâu N = 19 học viên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📊 Chatlog Mining K4 (2.555 lượt)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• 103 lượt (38 học viên) dán nguyên đề hoặc đòi full code / đáp án ngay.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• 0/103 lượt hệ thống cũ hỏi ngược lại để gợi ý tư duy (ask_probing_question = 0).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• 65 lượt báo lỗi code -&gt; 55 lượt hệ thống giảng lại lý thuyết suông thay vì chẩn đoán lỗi sai.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• 13.474 / 13.494 lượt toàn pack hoàn toàn trống chỉ số ghi nhận mức hiểu của học viên.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🔥 Kết quả Survey Học viên (N = 19)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⚡ 78.9% (15/19) có thói quen dán đề lab vào AI Tutor từ thỉnh thoảng đến thường xuyên.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⏱️ 73.7% chọn dán đề vì lý do 'Muốn tiết kiệm thời gian' &amp; 42.1% 'Sợ làm sai / muốn đáp án ngay'.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🧠 68.4% (13/19) khẳng định điều KHÓ NHẤT khi bài sai là 'Hiểu tại sao bản thân nghĩ sai'.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🛑 68.4% bị kẹt vì hỏi AI nhiều lần vẫn KHÔNG hiểu nguyên nhân gốc rễ.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📉 57.9% đánh giá việc AI cho đáp án ngay ảnh hưởng MẠNH (mức 4-5) đến khả năng tự suy nghĩ!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§1B. PHÂN TÍCH KHẢO SÁT CHI TIẾT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Nhu cầu thực sự: Học viên muốn AI chỉ ra GIẢ ĐỊNH SAI thay vì cho đáp án!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Khảo sát N = 19 học viên K4 (Q1 - Q8)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❓ Cái khó nhất khi bài sai?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br/>
            <a:r>
              <a:t>• 68.4% (13/19 người):</a:t>
            </a:r>
            <a:br/>
            <a:r>
              <a:t>Hiểu tại sao bản thân tư duy/code sai (Root misconception)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br/>
            <a:r>
              <a:t>• 31.6% (6/19 người):</a:t>
            </a:r>
            <a:br/>
            <a:r>
              <a:t>Tự sửa lỗi mà không xem đáp án</a:t>
            </a:r>
          </a:p>
          <a:p>
            <a:pPr>
              <a:defRPr sz="1300" b="1">
                <a:solidFill>
                  <a:srgbClr val="EC4899"/>
                </a:solidFill>
              </a:defRPr>
            </a:pPr>
            <a:br/>
            <a:br/>
            <a:r>
              <a:t>⚠️ Tình huống với AI Tutor hiện tại: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68.4%: Hỏi nhiều lần vẫn không hiểu nguyên nhân gốc.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36.8%: AI cho đáp án quá nhanh -&gt; chỉ chép rồi làm tiếp.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48056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🎯 Học viên muốn AI làm gì?</a:t>
            </a:r>
          </a:p>
          <a:p>
            <a:pPr>
              <a:defRPr sz="1400" b="1">
                <a:solidFill>
                  <a:srgbClr val="EC4899"/>
                </a:solidFill>
              </a:defRPr>
            </a:pPr>
            <a:br/>
            <a:r>
              <a:t>84.2% (16/19 người)</a:t>
            </a:r>
            <a:br/>
            <a:r>
              <a:t>MUỐN AI CHỈ RA CHỖ SAI / GỢI Ý / H HỎI NGƯỢC LẠI!</a:t>
            </a:r>
          </a:p>
          <a:p>
            <a:pPr>
              <a:defRPr sz="1100" b="1"/>
            </a:pPr>
            <a:br/>
            <a:r>
              <a:t>Chi tiết phân rã mong muốn: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42.1%: Chỉ ra đang hiểu sai khái niệm nào nhưng CHƯA cho đáp án.</a:t>
            </a:r>
            <a:br/>
            <a:r>
              <a:t>• 31.6%: Hỏi thêm 1 câu để xác định chỗ hiểu sai.</a:t>
            </a:r>
            <a:br/>
            <a:r>
              <a:t>• 10.5%: Đưa 1 gợi ý ngắn để tự tìm lỗi.</a:t>
            </a:r>
            <a:br/>
            <a:r>
              <a:t>• Chỉ 15.8% (3 người): Muốn đáp án ngay.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480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🚀 Sẵn sàng thử FailFirst?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br/>
            <a:r>
              <a:t>100% (19/19 HỌC VIÊN)</a:t>
            </a:r>
            <a:br/>
            <a:r>
              <a:t>ĐỒNG Ý THỬ CHẾ ĐỘ VLEARN FAILFIRST!</a:t>
            </a:r>
          </a:p>
          <a:p>
            <a:pPr>
              <a:defRPr sz="1100" b="1"/>
            </a:pPr>
            <a:br/>
            <a:r>
              <a:t>Phân bố điều kiện sẵn sàng: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47.4% (9 người): Đồng ý nếu chỉ tốn thêm 2-5 phút.</a:t>
            </a:r>
            <a:br/>
            <a:r>
              <a:t>• 31.6% (6 người): Đồng ý với các bài lab khó.</a:t>
            </a:r>
            <a:br/>
            <a:r>
              <a:t>• 21.1% (4 người): Hào hứng muốn thử ngay lập tức!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§4. LÁT CẮT SẢN PHẨM &amp; GIẢI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VLearn FailFirst: Buộc tự trả lời trước -&gt; Chẩn đoán lỗi -&gt; Gợi ý Bậc 1 -&gt; Tự sửa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Lát cắt 1 câu: Khái niệm Token trong Lab Day01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📌 LÁT CẮT MỘT CÂU (ONE-SENTENCE SLICE):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"Một học viên trước khi xem bài giảng token trả lời bài dự đoán tiếng Việt 99 tiếng -&gt; Hệ thống chẩn đoán đúng giả định sai cụ thể M1-M5 -&gt; Đưa 1 gợi ý kèm trích dẫn transcript -&gt; Học viên tự sửa và giải thích lại được cơ chế mà không cần cho đáp án."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2514600" cy="3108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1. Dự đoán &amp; Thử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Học viên làm bài dự đoán token tiếng Việt. Bắt buộc tự thử trước khi xem giảng.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017520"/>
            <a:ext cx="2514600" cy="310896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2. Chẩn đoán Lỗi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LLM chẩn đoán giả định sai M1-M5. Phân biệt rõ DUNG / LOW / OUT / XIN.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2514600" cy="31089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3. Gợi ý Bậc 1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Chỉ đưa 1 gợi ý ngắn + mã trích dẫn transcript. KHÔNG LỘ ĐÁP 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017520"/>
            <a:ext cx="2514600" cy="31089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4. Tự sửa &amp; Giảng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Học viên tự sửa câu trả lời. Giải thích lại đúng mới mở khoá lời giảng.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§4-§5. KIẾN TRÚC KỸ THUẬT &amp; 4 LỚP CHỖ KHÓ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Kết hợp Tiktoken thật + OpenRouter GPT-4.1-mini + Hậu kiểm Luật cứng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Thiết kế thiên về thừa nhận KHÔNG BIẾT (LOW/OUT) để bảo vệ tư duy học viên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⚙️ Stack Kỹ thuật (Mock+ Level)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• Tiktoken Thật: Đếm token chính xác (o200k_base vs cl100k_base).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• OpenRouter API: Core LLM Diagnostic với openai/gpt-4.1-mini (temp=0, JSON mode).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• Hậu kiểm bằng luật (Guardrails):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  - Regex Check: Chặn 100% lộ đáp án (121, 199, 'đáp án là').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  - Factuality Check: Chặn 100% mã trích dẫn bịa không có trong transcript.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• Hides answer: Thiên về gán LOW / OUT chứ không đoán bừa.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🛡️ 4 Lớp Chỗ Khó &amp; Xử lý An toàn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① Trả lời ĐÚNG / Lộ đáp án: Gán DUNG (chuyển câu hỏi mở rộng) / Hậu kiểm chặn LO_DAP_AN.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② Mơ hồ / Thiếu thông tin: Gán LOW -&gt; Hỏi lại 1 câu thu hẹp phạm vi (G10).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③ Ngoài thẩm quyền / Đòi đáp án: Gán XIN -&gt; Từ chối khéo, giải thích lý do &amp; đưa câu hỏi gợi mở.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④ Đặc thù Domain &amp; Injection: Nhận diện M3 (tỷ lệ token cố định) &amp; bọc prompt trong &lt;&lt;&lt; &gt;&gt;&gt; chống injection.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§7. BỘ THƯỚC ĐO CHẤT LƯỢNG (QUALITY BAR)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Khóa chuẩn ĐẠT tại CP4 — 4 Tiêu chí Đo lường Khách quan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Golden Set 28 cases (11 case từ chatlog thật K4 + 17 case nhóm tự thiết kế)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1. Relevance (Chẩn đoán Đúng)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Trùng nhãn mong đợi trong golden set (M1-M5, DUNG, LOW, OUT, XIN).</a:t>
            </a:r>
            <a:br/>
            <a:br/>
            <a:r>
              <a:t>🎯 Target: ≥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2. Safety (Không lộ đáp án)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Deterministic Regex Check: Không chứa 121, 199, 'đáp án là'.</a:t>
            </a:r>
            <a:br/>
            <a:br/>
            <a:r>
              <a:t>🔒 Target: 100% (CỨNG)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3. Factuality (Trích dẫn Đúng)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Trích dẫn ∈ [T04-049], [T04-051], [T06-134], [T06-136], [T06-155].</a:t>
            </a:r>
            <a:br/>
            <a:br/>
            <a:r>
              <a:t>📌 Target: 100% (CỨNG)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4. Learning Impact (Chỉ số học)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br/>
            <a:r>
              <a:t>Học viên tự giải thích lại đúng cơ chế sau khi tự sửa bài mà không cần mở giảng.</a:t>
            </a:r>
            <a:br/>
            <a:br/>
            <a:r>
              <a:t>🌱 Target: ≥ 3/5 người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§7. KẾT QUẢ ĐÁNH GIÁ TEST CASE QUA CÁC LƯỢT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Tiến trình thử nghiệm từ v1 đến v6: Model gpt-4.1-mini ĐẠT Quality Bar!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Đã đối chiếu công khai trên bộ 28 Golden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📊 Bảng Kết quả Chạy Chẩn đoán qua 6 Iteration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03120"/>
          <a:ext cx="103327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240"/>
                <a:gridCol w="2352040"/>
                <a:gridCol w="1645920"/>
                <a:gridCol w="1645920"/>
                <a:gridCol w="1645920"/>
                <a:gridCol w="2011680"/>
              </a:tblGrid>
              <a:tr h="53557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Lượt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Bộ Case &amp; Cấu hình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Đạt cả 3 (%)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 (Không lộ)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Factuality (Trích)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Đánh giá Quality Bar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case · Prompt cơ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71% (15/21)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(21/21)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(21/21)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Chưa đạt (&lt;80%)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case · Tối ưu prompt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 (20/21)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(21/21)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(21/21)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Đạt bar cũ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case (thêm 11 case thật)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89% (25/28)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(28/28)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(28/28)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ĐẠT QUALITY BAR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case · OpenRouter 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86% (24/28)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96% (27/28)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(28/28)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Lộ 1 case Safety!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 case · Sửa Schema (đặt nhãn trước)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57% (16/28)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(28/28)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89% (25/28)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Tụt thảm hại vì Prompt!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28 case · OpenRouter gpt-4.1-mini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89% (25/28)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100% (28/28) 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100% (28/28) 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 ĐẠT BAR CP5 CHÍNH THỨC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§9. KẾT LUẬN &amp; DEMO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VLearn FailFirst — Giải pháp AI Giáo dục Thực chất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Bằng chứng thật · Quality Bar ĐẠT 89% · Sẵn sàng tích hợp VLearn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🎯 TỔNG KẾT BÀI PITCH — TẠI SAO CHỌN VLEARN FAILFIRST?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1. BẰNG CHỨNG VÀ NHU CẦU THỰC TẾ ĐÃ ĐƯỢC CHỨNG MINH: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Mining 2.555 lượt chatlog K4 + Khảo sát 19 học viên: 100% học viên sẵn sàng thử chế độ FailFirst, 84.2% muốn AI gợi ý/chỉ chỗ sai thay vì đưa đáp án ngay.</a:t>
            </a:r>
          </a:p>
          <a:p>
            <a:pPr>
              <a:defRPr sz="1150">
                <a:solidFill>
                  <a:srgbClr val="0F172A"/>
                </a:solidFill>
              </a:defRPr>
            </a:pP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2. CHẤT LƯỢNG KỸ THUẬT ĐÃ ĐƯỢC KIỂM CHỨNG BẰNG CON SỐ (QUALITY BAR):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Đạt 89% tổng quan trên bộ 28 Golden Cases (11 case thật K4).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ĐẠT 100% Safety (chặn lộ đáp án) &amp; 100% Factuality (trích dẫn chuẩn).</a:t>
            </a:r>
          </a:p>
          <a:p>
            <a:pPr>
              <a:defRPr sz="1150">
                <a:solidFill>
                  <a:srgbClr val="0F172A"/>
                </a:solidFill>
              </a:defRPr>
            </a:pP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3. ĐỊNH HƯỚNG TƯƠNG LAI RÕ RÀNG &amp; KHẢ THI: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   - Tách luồng kiểm tra đúng/sai, mở rộng ngân hàng lỗi sang các chủ đề RAG/Agent, dựng Dashboard cho Giảng viên.</a:t>
            </a:r>
          </a:p>
          <a:p>
            <a:pPr>
              <a:defRPr sz="1150">
                <a:solidFill>
                  <a:srgbClr val="0F172A"/>
                </a:solidFill>
              </a:defRPr>
            </a:pPr>
          </a:p>
          <a:p>
            <a:pPr algn="ctr">
              <a:defRPr sz="1400" b="1">
                <a:solidFill>
                  <a:srgbClr val="1E3A8A"/>
                </a:solidFill>
              </a:defRPr>
            </a:pPr>
            <a:r>
              <a:rPr sz="2400"/>
              <a:t>XIN CHÂN THÀNH CẢM ƠN BAN GIÁM KHẢO &amp; HỌC VIÊN LỚP 3A!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VLearn FailFirst — Pitch Deck CP5 | Nhóm Aura (Lớp 3A · E402)</a:t>
            </a:r>
          </a:p>
          <a:p>
            <a:pPr algn="r">
              <a:defRPr sz="1000">
                <a:solidFill>
                  <a:srgbClr val="475569"/>
                </a:solidFill>
              </a:defRPr>
            </a:pPr>
            <a:r>
              <a:t>Trang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7262</Words>
  <Application>WPS Presentation</Application>
  <PresentationFormat>On-screen Show (4:3)</PresentationFormat>
  <Paragraphs>236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Nguyễn Thu Hằng</cp:lastModifiedBy>
  <cp:revision>2</cp:revision>
  <dcterms:created xsi:type="dcterms:W3CDTF">2013-01-27T09:14:00Z</dcterms:created>
  <dcterms:modified xsi:type="dcterms:W3CDTF">2026-09-18T12:53:59Z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BF521C3096574AD3AD7DDB99A7230C47_12</vt:lpwstr>
  </property>
</Properties>
</file>